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3243" y="1093440"/>
            <a:ext cx="425751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BIBLESTUDY</a:t>
            </a:r>
            <a:endParaRPr lang="en-US" sz="4800" dirty="0"/>
          </a:p>
        </p:txBody>
      </p:sp>
      <p:pic>
        <p:nvPicPr>
          <p:cNvPr id="3" name="Image 0" descr="/tmp/rasterized-gradient-23954a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007840"/>
            <a:ext cx="1143000" cy="1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2775" y="2331690"/>
            <a:ext cx="3478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AI-Enhanced Scripture Reading for iOS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554910" y="3474690"/>
            <a:ext cx="20340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Built by Idon Shaman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152778" y="3889921"/>
            <a:ext cx="2838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Piece for Claude Code Product Designer Role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Bible apps fail readers in critical ways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85750" y="1081683"/>
            <a:ext cx="4539407" cy="876002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4360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1684" y="1281708"/>
            <a:ext cx="54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2025" y="1243608"/>
            <a:ext cx="375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2025" y="1449288"/>
            <a:ext cx="37558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Cluttered interfaces with ads, popups, and distracting features that break focus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85750" y="2110085"/>
            <a:ext cx="4539407" cy="876002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227201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2513" y="2310110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2025" y="2272010"/>
            <a:ext cx="375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Reading Experience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2025" y="2477691"/>
            <a:ext cx="37558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typography and layouts that don't respect the text's sacred nature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85750" y="3138488"/>
            <a:ext cx="4539407" cy="876002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725" y="33004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192" y="333851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2025" y="3300413"/>
            <a:ext cx="375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Intelligent Guidance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2025" y="3506093"/>
            <a:ext cx="37558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left alone to navigate complex theological concepts without help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85750" y="4166890"/>
            <a:ext cx="4539407" cy="876002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25" y="432881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4625" y="4366915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2025" y="4328815"/>
            <a:ext cx="375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Study Tools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2025" y="4534495"/>
            <a:ext cx="37558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highlights, and cross-references scattered across disconnected features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20457" y="2274540"/>
            <a:ext cx="3347293" cy="1575346"/>
          </a:xfrm>
          <a:prstGeom prst="roundRect">
            <a:avLst>
              <a:gd name="adj" fmla="val 4837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20156" y="2541240"/>
            <a:ext cx="294789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"Scripture deserves the same craft attention we give to the best reading experiences"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803529" y="3573661"/>
            <a:ext cx="381000" cy="9525"/>
          </a:xfrm>
          <a:prstGeom prst="rect">
            <a:avLst/>
          </a:prstGeom>
          <a:solidFill>
            <a:srgbClr val="6B6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BibleStudy: Where timeless design meets intelligent assistance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85750" y="1171575"/>
            <a:ext cx="8572500" cy="914400"/>
          </a:xfrm>
          <a:prstGeom prst="roundRect">
            <a:avLst>
              <a:gd name="adj" fmla="val 8333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059" y="1362075"/>
            <a:ext cx="81998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iOS app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treats Scripture with the reverence it deserves while providing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guidance for deeper understanding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5750" y="2238375"/>
            <a:ext cx="26543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rasterized-gradient-1f5b64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250" y="267384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2566" y="2769096"/>
            <a:ext cx="140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3232" y="3397746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Reading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63232" y="3807321"/>
            <a:ext cx="2299386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typography, distraction-free layouts, audio playback, and customizable themes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244900" y="2238375"/>
            <a:ext cx="26543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rasterized-gradient-d1e8e3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673846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7179" y="2769096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22382" y="3397746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Intelligence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3422382" y="3807321"/>
            <a:ext cx="2299386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questions, generate prayers, analyze sermons, and discover connections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6204049" y="2238375"/>
            <a:ext cx="26543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tmp/rasterized-gradient-0d6712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50" y="276046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66329" y="2855714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1531" y="3484364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Study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6381531" y="3893939"/>
            <a:ext cx="22993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highlights, collections, cross-references, and topic exploration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Roman/Stoic Sanctuary: Classical order meets modern craft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416844"/>
            <a:ext cx="304800" cy="304800"/>
          </a:xfrm>
          <a:prstGeom prst="roundRect">
            <a:avLst>
              <a:gd name="adj" fmla="val 300000"/>
            </a:avLst>
          </a:prstGeom>
          <a:noFill/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9563" y="1475929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1416844"/>
            <a:ext cx="4225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5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Clarity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47700" y="1654969"/>
            <a:ext cx="422533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hierarchy, clear navigation paths, and pillar-based layouts that guide without overwhelming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2306241"/>
            <a:ext cx="304800" cy="304800"/>
          </a:xfrm>
          <a:prstGeom prst="roundRect">
            <a:avLst>
              <a:gd name="adj" fmla="val 300000"/>
            </a:avLst>
          </a:prstGeom>
          <a:noFill/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9563" y="2365325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700" y="2306241"/>
            <a:ext cx="4225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5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Materiality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47700" y="2544366"/>
            <a:ext cx="422533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Stone, bronze, and cream tones that feel grounded and timeless rather than cold or clinical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90500" y="3195638"/>
            <a:ext cx="304800" cy="304800"/>
          </a:xfrm>
          <a:prstGeom prst="roundRect">
            <a:avLst>
              <a:gd name="adj" fmla="val 300000"/>
            </a:avLst>
          </a:prstGeom>
          <a:noFill/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9563" y="3254722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700" y="3195638"/>
            <a:ext cx="4225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5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Respectful Restraint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47700" y="3433763"/>
            <a:ext cx="422533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Generous whitespace, subtle animations, and focused interactions that honor the sacred text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90500" y="4085034"/>
            <a:ext cx="304800" cy="304800"/>
          </a:xfrm>
          <a:prstGeom prst="roundRect">
            <a:avLst>
              <a:gd name="adj" fmla="val 300000"/>
            </a:avLst>
          </a:prstGeom>
          <a:noFill/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9563" y="4144119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700" y="4085034"/>
            <a:ext cx="4225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5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Time-Aware Sanctuary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47700" y="4323159"/>
            <a:ext cx="422533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screen adapts to Liturgy of the Hours, creating rhythm and ritual in daily practice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094982" y="2073771"/>
            <a:ext cx="3763268" cy="1938933"/>
          </a:xfrm>
          <a:prstGeom prst="roundRect">
            <a:avLst>
              <a:gd name="adj" fmla="val 5895"/>
            </a:avLst>
          </a:prstGeom>
          <a:solidFill>
            <a:srgbClr val="F5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90521" y="2302371"/>
            <a:ext cx="3372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323582" y="2563267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0782" y="2563267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8B73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37982" y="2563267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C495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95182" y="2563267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F5F2ED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90521" y="3096667"/>
            <a:ext cx="33721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290521" y="3319463"/>
            <a:ext cx="33721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 for display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90521" y="3597473"/>
            <a:ext cx="33721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Pro for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Experience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Distraction-free, beautiful typography that honors the text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86234" y="1709738"/>
            <a:ext cx="1333500" cy="2667000"/>
          </a:xfrm>
          <a:prstGeom prst="roundRect">
            <a:avLst>
              <a:gd name="adj" fmla="val 14286"/>
            </a:avLst>
          </a:prstGeom>
          <a:solidFill>
            <a:srgbClr val="2C2825"/>
          </a:solidFill>
          <a:ln/>
          <a:effectLst>
            <a:outerShdw sx="100000" sy="100000" kx="0" ky="0" algn="bl" rotWithShape="0" blurRad="228600" dist="76200" dir="5400000">
              <a:srgbClr val="2c282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2434" y="1785938"/>
            <a:ext cx="1181100" cy="2514600"/>
          </a:xfrm>
          <a:prstGeom prst="roundRect">
            <a:avLst>
              <a:gd name="adj" fmla="val 11290"/>
            </a:avLst>
          </a:prstGeom>
          <a:solidFill>
            <a:srgbClr val="FDFC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7778" y="1900238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747778" y="2077343"/>
            <a:ext cx="101041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675" dirty="0">
                <a:solidFill>
                  <a:srgbClr val="A0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beginning was the Word, and the Word was with God, and the Word was God.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47778" y="2782193"/>
            <a:ext cx="10104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A0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was in the beginning with God.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47778" y="3172718"/>
            <a:ext cx="10104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A0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things were made through him...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224534" y="1709738"/>
            <a:ext cx="1333500" cy="2667000"/>
          </a:xfrm>
          <a:prstGeom prst="roundRect">
            <a:avLst>
              <a:gd name="adj" fmla="val 14286"/>
            </a:avLst>
          </a:prstGeom>
          <a:solidFill>
            <a:srgbClr val="1A1816"/>
          </a:solidFill>
          <a:ln/>
          <a:effectLst>
            <a:outerShdw sx="100000" sy="100000" kx="0" ky="0" algn="bl" rotWithShape="0" blurRad="228600" dist="76200" dir="5400000">
              <a:srgbClr val="2c282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00734" y="1785938"/>
            <a:ext cx="1181100" cy="2514600"/>
          </a:xfrm>
          <a:prstGeom prst="roundRect">
            <a:avLst>
              <a:gd name="adj" fmla="val 11290"/>
            </a:avLst>
          </a:prstGeom>
          <a:solidFill>
            <a:srgbClr val="1A18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6078" y="1900238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1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386078" y="2077343"/>
            <a:ext cx="10104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675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beginning was the Word, and the Word was with God...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86078" y="2625030"/>
            <a:ext cx="10104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ctr" indent="0" marL="0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was in the beginning with God.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258568" y="1700808"/>
            <a:ext cx="4691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Typography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8568" y="1925538"/>
            <a:ext cx="46916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fonts (New York, SF Pro, Georgia), adjustable size, line spacing, and content width for optimal readability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258568" y="2405360"/>
            <a:ext cx="4691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Reading Modes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8568" y="2630091"/>
            <a:ext cx="46916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Verse-by-verse or paragraph mode, light/dark themes, and distraction-free reading with auto-hiding chrome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258568" y="3109913"/>
            <a:ext cx="4691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Playback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8568" y="3334643"/>
            <a:ext cx="46916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chapters with synchronized verse highlighting, sleep timer, and background playback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258568" y="3814465"/>
            <a:ext cx="4691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Artwork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58568" y="4039195"/>
            <a:ext cx="46916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Renaissance-style imagery reveals at chapter end with scroll-driven parallax animation and theme-aware tinting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Feature: Ask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that understands Scripture in context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579364"/>
            <a:ext cx="3769816" cy="2927747"/>
          </a:xfrm>
          <a:prstGeom prst="roundRect">
            <a:avLst>
              <a:gd name="adj" fmla="val 3904"/>
            </a:avLst>
          </a:prstGeom>
          <a:solidFill>
            <a:srgbClr val="FDFCFB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3725" y="1741289"/>
            <a:ext cx="2804666" cy="350490"/>
          </a:xfrm>
          <a:prstGeom prst="roundRect">
            <a:avLst>
              <a:gd name="adj" fmla="val 32611"/>
            </a:avLst>
          </a:prstGeom>
          <a:solidFill>
            <a:srgbClr val="8B73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8025" y="1836539"/>
            <a:ext cx="26275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"the Word was God" mean in John 1:1?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2425" y="2187029"/>
            <a:ext cx="2928938" cy="1087636"/>
          </a:xfrm>
          <a:prstGeom prst="roundRect">
            <a:avLst>
              <a:gd name="adj" fmla="val 10509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291804"/>
            <a:ext cx="273491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profound statement establishes the deity of Christ. The Greek "logos" (Word) refers to Jesus, declaring that He existed eternally with God and is Himself divine.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97100" y="3369915"/>
            <a:ext cx="2001292" cy="350490"/>
          </a:xfrm>
          <a:prstGeom prst="roundRect">
            <a:avLst>
              <a:gd name="adj" fmla="val 32611"/>
            </a:avLst>
          </a:prstGeom>
          <a:solidFill>
            <a:srgbClr val="8B73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11400" y="3465165"/>
            <a:ext cx="18081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this relate to Genesis 1?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425" y="3815655"/>
            <a:ext cx="2928938" cy="529530"/>
          </a:xfrm>
          <a:prstGeom prst="roundRect">
            <a:avLst>
              <a:gd name="adj" fmla="val 21585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3920430"/>
            <a:ext cx="27349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intentionally echoes "In the beginning" from Genesis 1:1, connecting creation through Christ...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5116" y="1476673"/>
            <a:ext cx="4593134" cy="908447"/>
          </a:xfrm>
          <a:prstGeom prst="roundRect">
            <a:avLst>
              <a:gd name="adj" fmla="val 8388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0866" y="1629073"/>
            <a:ext cx="41020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550866" y="1859459"/>
            <a:ext cx="41020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5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understanding that draws connections across the entire Bible, not just keyword matching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03216" y="2689920"/>
            <a:ext cx="1943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6116" y="2689920"/>
            <a:ext cx="24237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Citations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6116" y="2895600"/>
            <a:ext cx="24237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any reference to jump directly to that verse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03216" y="3207990"/>
            <a:ext cx="1943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6116" y="3207990"/>
            <a:ext cx="27089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Scroll Animation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6116" y="3413671"/>
            <a:ext cx="2708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flows in like ink on parchment during generation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03216" y="3726061"/>
            <a:ext cx="1943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6116" y="3726061"/>
            <a:ext cx="28511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6116" y="3931741"/>
            <a:ext cx="28511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token streaming for natural conversation 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03216" y="4244132"/>
            <a:ext cx="1943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46116" y="4244132"/>
            <a:ext cx="23265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Consent Flow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46116" y="4449812"/>
            <a:ext cx="2326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AI disclosure and opt-in before first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AI: Prayer &amp; Sermons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for personal devotion and sermon study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733848"/>
            <a:ext cx="4181475" cy="2618780"/>
          </a:xfrm>
          <a:prstGeom prst="roundRect">
            <a:avLst>
              <a:gd name="adj" fmla="val 3637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1475" y="1914823"/>
            <a:ext cx="12701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Generator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1475" y="2242393"/>
            <a:ext cx="389591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describe their intention and select a tradition. AI crafts personalized prayers in the chosen style.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71475" y="2703165"/>
            <a:ext cx="3819525" cy="762000"/>
          </a:xfrm>
          <a:prstGeom prst="roundRect">
            <a:avLst>
              <a:gd name="adj" fmla="val 10000"/>
            </a:avLst>
          </a:prstGeom>
          <a:solidFill>
            <a:srgbClr val="F5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2817465"/>
            <a:ext cx="3662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5775" y="3007965"/>
            <a:ext cx="3662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"Lord, in this moment of uncertainty, I bring before You my anxious heart. Grant me the peace that surpasses understanding..."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1475" y="3579465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Multiple traditions (Contemplative, Liturgical, Evangelical)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71475" y="3802261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Save, share, and copy prayers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71475" y="4025057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Crisis support with help resources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76775" y="1589038"/>
            <a:ext cx="4181475" cy="2908250"/>
          </a:xfrm>
          <a:prstGeom prst="roundRect">
            <a:avLst>
              <a:gd name="adj" fmla="val 3275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0" y="1770013"/>
            <a:ext cx="12555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Sermon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750" y="2097584"/>
            <a:ext cx="389591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or upload sermons. AI transcribes, identifies scripture references, and extracts key insights.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57750" y="2558355"/>
            <a:ext cx="3819525" cy="1051471"/>
          </a:xfrm>
          <a:prstGeom prst="roundRect">
            <a:avLst>
              <a:gd name="adj" fmla="val 7247"/>
            </a:avLst>
          </a:prstGeom>
          <a:solidFill>
            <a:srgbClr val="F5F2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2050" y="2672655"/>
            <a:ext cx="3662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72050" y="2863155"/>
            <a:ext cx="3662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transcription with timestamps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72050" y="3099346"/>
            <a:ext cx="3662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Scripture reference extraction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72050" y="3335536"/>
            <a:ext cx="3662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outline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57750" y="3724126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Tap references to view verses in context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57750" y="3946922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Verification status indicators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57750" y="4169718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Background upload &amp; processing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Tools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Organize, annotate, and explore Scripture connections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594991"/>
            <a:ext cx="2787700" cy="948630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425" y="173786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791146"/>
            <a:ext cx="842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5325" y="1777901"/>
            <a:ext cx="377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425" y="2080766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text notes attached to specific verses. Link notes to other passages for cross-referencing.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30600" y="1480691"/>
            <a:ext cx="2787700" cy="1177230"/>
          </a:xfrm>
          <a:prstGeom prst="roundRect">
            <a:avLst>
              <a:gd name="adj" fmla="val 647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2525" y="162356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4500" y="1676846"/>
            <a:ext cx="842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35425" y="1663601"/>
            <a:ext cx="6649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2525" y="2195066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color palette. Browse all highlights in library view.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0699" y="1594991"/>
            <a:ext cx="2787700" cy="948630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32624" y="173786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4600" y="1791146"/>
            <a:ext cx="842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75524" y="1777901"/>
            <a:ext cx="733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2624" y="2080766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verses into custom collections. Create study sets around themes, sermons, or topics.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0500" y="3542854"/>
            <a:ext cx="2787700" cy="948630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425" y="368572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0800" y="3739009"/>
            <a:ext cx="713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5325" y="3725763"/>
            <a:ext cx="9422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Explorer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425" y="4028629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curated topics with relevant verses. Visual network graph shows topical connections.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30600" y="3542854"/>
            <a:ext cx="2787700" cy="948630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92525" y="368572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87626" y="3739009"/>
            <a:ext cx="778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5425" y="3725763"/>
            <a:ext cx="11643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2525" y="4028629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related passages. Chapter map visualization shows connection density.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0699" y="3462784"/>
            <a:ext cx="2787700" cy="110862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2624" y="360565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18349" y="3658939"/>
            <a:ext cx="971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75524" y="3645694"/>
            <a:ext cx="8766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32624" y="3948559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 repetition queue for verse memorization. Track progress and mastery levels.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 &amp;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micro-interactions and polish that make a power tool feel right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230362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425" y="1373237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Transitions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2425" y="1636068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light wash on tab switches. Settle animations that feel unhurried. Blur transitions between views.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30600" y="1230362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2525" y="1373237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Feedback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2525" y="1636068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taps for selections, impact feedback for actions. Physical response that grounds interactions.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70699" y="1310283"/>
            <a:ext cx="2787700" cy="868561"/>
          </a:xfrm>
          <a:prstGeom prst="roundRect">
            <a:avLst>
              <a:gd name="adj" fmla="val 877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2624" y="1453158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Menus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32624" y="1715988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Long-press verses for unified context menu. Highlight, note, copy, share, add to collection.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0500" y="2528888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2425" y="2671763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425" y="2934593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motion support throughout. VoiceOver labels. Dynamic type scaling. High contrast options.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30600" y="2528888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92525" y="2671763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States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2525" y="2934593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restoration skeleton. AI thinking indicators with sacred geometry. Progressive content loading.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70699" y="2608808"/>
            <a:ext cx="2787700" cy="868561"/>
          </a:xfrm>
          <a:prstGeom prst="roundRect">
            <a:avLst>
              <a:gd name="adj" fmla="val 877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2624" y="2751683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2624" y="3014514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error messages with recovery actions. Network retry. Circuit breaker for AI services.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0500" y="3827413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2425" y="3970288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Artwork Reveal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425" y="4233118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Renaissance imagery emerges at chapter end via scroll-driven parallax with eased opacity curves.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30600" y="3907334"/>
            <a:ext cx="2787700" cy="868561"/>
          </a:xfrm>
          <a:prstGeom prst="roundRect">
            <a:avLst>
              <a:gd name="adj" fmla="val 877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92525" y="4050209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&amp; Gestures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2525" y="4313039"/>
            <a:ext cx="25131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navigate chapters. Pull-to-refresh. Keyboard dismissal. Chapter side panel swipe.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70699" y="3827413"/>
            <a:ext cx="2787700" cy="1028551"/>
          </a:xfrm>
          <a:prstGeom prst="roundRect">
            <a:avLst>
              <a:gd name="adj" fmla="val 740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32624" y="3970288"/>
            <a:ext cx="2513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32624" y="4233118"/>
            <a:ext cx="25131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caching with size limits. AI response caching. Background task scheduling. Lazy loading.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iOS architecture with AI integration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90500" y="1443038"/>
            <a:ext cx="41814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3375" y="1566863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0500" y="2281238"/>
            <a:ext cx="41814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3375" y="2405063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500" y="3119438"/>
            <a:ext cx="41814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375" y="3243263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500" y="3957638"/>
            <a:ext cx="41814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3375" y="4081463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76775" y="1230809"/>
            <a:ext cx="4181475" cy="1365647"/>
          </a:xfrm>
          <a:prstGeom prst="roundRect">
            <a:avLst>
              <a:gd name="adj" fmla="val 5580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9175" y="1383209"/>
            <a:ext cx="3954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Principles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29175" y="163264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Feature-based folder structure for scalability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9175" y="184978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Protocol-driven services for testability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9175" y="206692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Environment-injected dependencies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9175" y="2284065"/>
            <a:ext cx="3954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Centralized AppState with UserDefaults sync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6775" y="2748855"/>
            <a:ext cx="4181475" cy="1268611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2872680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IMPLEMENTATIONS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19650" y="3082230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 Caching: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budget management, cache invalidation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9650" y="3299371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System: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playback, verse sync, cache pruning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9650" y="3516511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Linking: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URL scheme for widgets, auth callbacks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9650" y="3733651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Tasks: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Sermon upload retry, data sync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6775" y="4169866"/>
            <a:ext cx="41814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9650" y="4293691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2C2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667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building an AI-powered creative tool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85750" y="1306413"/>
            <a:ext cx="4210050" cy="1028551"/>
          </a:xfrm>
          <a:prstGeom prst="roundRect">
            <a:avLst>
              <a:gd name="adj" fmla="val 7408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4683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495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1855" y="1509266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47725" y="1468338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Trust Requires Transparency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7725" y="1693069"/>
            <a:ext cx="353644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clear consent flows, visible thinking states, and verifiable outputs. The "Living Scroll" animation builds trust by showing work in progress.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8200" y="1386483"/>
            <a:ext cx="4210050" cy="86856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54840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495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14305" y="1589336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210175" y="1548408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Scales Effort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0175" y="1773138"/>
            <a:ext cx="35364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a cohesive Theme system (colors, spacing, animations) early allowed rapid iteration without design drift across 100+ views.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750" y="2871490"/>
            <a:ext cx="4210050" cy="1028551"/>
          </a:xfrm>
          <a:prstGeom prst="roundRect">
            <a:avLst>
              <a:gd name="adj" fmla="val 7408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725" y="303341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495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1855" y="3074343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847725" y="3033415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Changes Everything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7725" y="3258145"/>
            <a:ext cx="353644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Token-by-token streaming with progressive rendering transforms AI from "waiting for response" to "watching intelligence work" - a dramatically better UX.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2951559"/>
            <a:ext cx="4210050" cy="868561"/>
          </a:xfrm>
          <a:prstGeom prst="roundRect">
            <a:avLst>
              <a:gd name="adj" fmla="val 8773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311348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495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4305" y="3154412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DF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210175" y="3113484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Tools Need Escape Hatches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0175" y="3338215"/>
            <a:ext cx="35364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Auto-hiding chrome, distraction-free mode, reduce motion support. Respecting user control builds loyalty with sophisticated users.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750" y="4244578"/>
            <a:ext cx="8572500" cy="518071"/>
          </a:xfrm>
          <a:prstGeom prst="roundRect">
            <a:avLst>
              <a:gd name="adj" fmla="val 14708"/>
            </a:avLst>
          </a:prstGeom>
          <a:solidFill>
            <a:srgbClr val="2C2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3197" y="4396978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AI features feel like augmentation, not automation - they extend human capability rather than replace human judgment."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048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Claude Code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70485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BibleStudy taught me about designing for AI-powered tools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81000" y="1491704"/>
            <a:ext cx="2590800" cy="1175147"/>
          </a:xfrm>
          <a:prstGeom prst="roundRect">
            <a:avLst>
              <a:gd name="adj" fmla="val 64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9687" y="1634579"/>
            <a:ext cx="22734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9687" y="1884015"/>
            <a:ext cx="22734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BibleStudy's sermon analysis runs autonomous multi-step pipelines: transcribe, extract, verify, structure. Same patterns Claude Code needs.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76600" y="1491704"/>
            <a:ext cx="2590800" cy="1175147"/>
          </a:xfrm>
          <a:prstGeom prst="roundRect">
            <a:avLst>
              <a:gd name="adj" fmla="val 64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5287" y="1634579"/>
            <a:ext cx="22734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 Focus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35287" y="1884015"/>
            <a:ext cx="22734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deep study, not casual browsing. Information density, keyboard-first, minimal friction. Exactly Claude Code's audience.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491704"/>
            <a:ext cx="2590800" cy="1175147"/>
          </a:xfrm>
          <a:prstGeom prst="roundRect">
            <a:avLst>
              <a:gd name="adj" fmla="val 648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C49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0887" y="1634579"/>
            <a:ext cx="22734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Through Craft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330887" y="1884015"/>
            <a:ext cx="22734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responses, visible progress, clear feedback loops. Users trust AI they can observe working. Critical for developer tools.</a:t>
            </a:r>
            <a:endParaRPr lang="en-US" sz="900" dirty="0"/>
          </a:p>
        </p:txBody>
      </p:sp>
      <p:pic>
        <p:nvPicPr>
          <p:cNvPr id="13" name="Image 0" descr="/tmp/rasterized-gradient-9dd899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971651"/>
            <a:ext cx="762000" cy="19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71575" y="3295501"/>
            <a:ext cx="6800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build tools where 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 expertise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5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rather than replacing it. Claude Code is inventing the future of how developers work with AI. I want to help design that future.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29563" y="4171801"/>
            <a:ext cx="12848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 Shaman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29563" y="4396532"/>
            <a:ext cx="1284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idonshaman@gmail.com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BibleStudy iOS App</dc:title>
  <dc:subject>Portfolio Piece for Claude Code Product Designer Role</dc:subject>
  <dc:creator>Idon Shaman</dc:creator>
  <cp:lastModifiedBy>Idon Shaman</cp:lastModifiedBy>
  <cp:revision>1</cp:revision>
  <dcterms:created xsi:type="dcterms:W3CDTF">2026-01-13T01:18:12Z</dcterms:created>
  <dcterms:modified xsi:type="dcterms:W3CDTF">2026-01-13T01:18:12Z</dcterms:modified>
</cp:coreProperties>
</file>